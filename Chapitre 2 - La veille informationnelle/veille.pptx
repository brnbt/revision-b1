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2" r:id="rId3"/>
    <p:sldId id="263" r:id="rId4"/>
    <p:sldId id="266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236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e Frodeau" userId="8d493e08dc64f28f" providerId="LiveId" clId="{A18BB384-E160-4C80-8E54-06666BA00E4A}"/>
    <pc:docChg chg="custSel addSld delSld modSld sldOrd">
      <pc:chgData name="Christine Frodeau" userId="8d493e08dc64f28f" providerId="LiveId" clId="{A18BB384-E160-4C80-8E54-06666BA00E4A}" dt="2019-09-04T10:16:44.889" v="245" actId="14100"/>
      <pc:docMkLst>
        <pc:docMk/>
      </pc:docMkLst>
      <pc:sldChg chg="del">
        <pc:chgData name="Christine Frodeau" userId="8d493e08dc64f28f" providerId="LiveId" clId="{A18BB384-E160-4C80-8E54-06666BA00E4A}" dt="2019-09-04T10:16:17.460" v="243" actId="2696"/>
        <pc:sldMkLst>
          <pc:docMk/>
          <pc:sldMk cId="0" sldId="260"/>
        </pc:sldMkLst>
      </pc:sldChg>
      <pc:sldChg chg="addSp delSp modSp ord">
        <pc:chgData name="Christine Frodeau" userId="8d493e08dc64f28f" providerId="LiveId" clId="{A18BB384-E160-4C80-8E54-06666BA00E4A}" dt="2019-09-04T10:16:44.889" v="245" actId="14100"/>
        <pc:sldMkLst>
          <pc:docMk/>
          <pc:sldMk cId="1770049955" sldId="265"/>
        </pc:sldMkLst>
        <pc:spChg chg="mod">
          <ac:chgData name="Christine Frodeau" userId="8d493e08dc64f28f" providerId="LiveId" clId="{A18BB384-E160-4C80-8E54-06666BA00E4A}" dt="2019-09-04T10:15:31.793" v="236" actId="14100"/>
          <ac:spMkLst>
            <pc:docMk/>
            <pc:sldMk cId="1770049955" sldId="265"/>
            <ac:spMk id="3" creationId="{00000000-0000-0000-0000-000000000000}"/>
          </ac:spMkLst>
        </pc:spChg>
        <pc:spChg chg="del">
          <ac:chgData name="Christine Frodeau" userId="8d493e08dc64f28f" providerId="LiveId" clId="{A18BB384-E160-4C80-8E54-06666BA00E4A}" dt="2019-09-04T10:15:47.775" v="240" actId="478"/>
          <ac:spMkLst>
            <pc:docMk/>
            <pc:sldMk cId="1770049955" sldId="265"/>
            <ac:spMk id="6" creationId="{00000000-0000-0000-0000-000000000000}"/>
          </ac:spMkLst>
        </pc:spChg>
        <pc:spChg chg="add">
          <ac:chgData name="Christine Frodeau" userId="8d493e08dc64f28f" providerId="LiveId" clId="{A18BB384-E160-4C80-8E54-06666BA00E4A}" dt="2019-09-04T10:16:41.094" v="244"/>
          <ac:spMkLst>
            <pc:docMk/>
            <pc:sldMk cId="1770049955" sldId="265"/>
            <ac:spMk id="11" creationId="{CC613D3E-9E9A-41DA-87DC-846C6326F40E}"/>
          </ac:spMkLst>
        </pc:spChg>
        <pc:picChg chg="add mod">
          <ac:chgData name="Christine Frodeau" userId="8d493e08dc64f28f" providerId="LiveId" clId="{A18BB384-E160-4C80-8E54-06666BA00E4A}" dt="2019-09-04T10:15:42.852" v="239" actId="1582"/>
          <ac:picMkLst>
            <pc:docMk/>
            <pc:sldMk cId="1770049955" sldId="265"/>
            <ac:picMk id="4" creationId="{5CECE3D0-BFF6-4637-9548-9A3207846E59}"/>
          </ac:picMkLst>
        </pc:picChg>
        <pc:picChg chg="mod">
          <ac:chgData name="Christine Frodeau" userId="8d493e08dc64f28f" providerId="LiveId" clId="{A18BB384-E160-4C80-8E54-06666BA00E4A}" dt="2019-09-04T10:15:23.156" v="233" actId="14100"/>
          <ac:picMkLst>
            <pc:docMk/>
            <pc:sldMk cId="1770049955" sldId="265"/>
            <ac:picMk id="7" creationId="{00000000-0000-0000-0000-000000000000}"/>
          </ac:picMkLst>
        </pc:picChg>
        <pc:picChg chg="del">
          <ac:chgData name="Christine Frodeau" userId="8d493e08dc64f28f" providerId="LiveId" clId="{A18BB384-E160-4C80-8E54-06666BA00E4A}" dt="2019-09-04T10:15:09.017" v="227" actId="478"/>
          <ac:picMkLst>
            <pc:docMk/>
            <pc:sldMk cId="1770049955" sldId="265"/>
            <ac:picMk id="8" creationId="{9B785702-9E9C-4C63-9B31-F511B3F0FE99}"/>
          </ac:picMkLst>
        </pc:picChg>
        <pc:cxnChg chg="mod">
          <ac:chgData name="Christine Frodeau" userId="8d493e08dc64f28f" providerId="LiveId" clId="{A18BB384-E160-4C80-8E54-06666BA00E4A}" dt="2019-09-04T10:16:44.889" v="245" actId="14100"/>
          <ac:cxnSpMkLst>
            <pc:docMk/>
            <pc:sldMk cId="1770049955" sldId="265"/>
            <ac:cxnSpMk id="5" creationId="{00000000-0000-0000-0000-000000000000}"/>
          </ac:cxnSpMkLst>
        </pc:cxnChg>
      </pc:sldChg>
      <pc:sldChg chg="addSp delSp modSp add">
        <pc:chgData name="Christine Frodeau" userId="8d493e08dc64f28f" providerId="LiveId" clId="{A18BB384-E160-4C80-8E54-06666BA00E4A}" dt="2019-09-04T10:12:36.721" v="151" actId="14100"/>
        <pc:sldMkLst>
          <pc:docMk/>
          <pc:sldMk cId="2566770455" sldId="268"/>
        </pc:sldMkLst>
        <pc:spChg chg="mod">
          <ac:chgData name="Christine Frodeau" userId="8d493e08dc64f28f" providerId="LiveId" clId="{A18BB384-E160-4C80-8E54-06666BA00E4A}" dt="2019-09-04T10:10:09.673" v="102" actId="1035"/>
          <ac:spMkLst>
            <pc:docMk/>
            <pc:sldMk cId="2566770455" sldId="268"/>
            <ac:spMk id="2" creationId="{00000000-0000-0000-0000-000000000000}"/>
          </ac:spMkLst>
        </pc:spChg>
        <pc:spChg chg="mod">
          <ac:chgData name="Christine Frodeau" userId="8d493e08dc64f28f" providerId="LiveId" clId="{A18BB384-E160-4C80-8E54-06666BA00E4A}" dt="2019-09-04T10:10:12.008" v="105" actId="1035"/>
          <ac:spMkLst>
            <pc:docMk/>
            <pc:sldMk cId="2566770455" sldId="268"/>
            <ac:spMk id="3" creationId="{00000000-0000-0000-0000-000000000000}"/>
          </ac:spMkLst>
        </pc:spChg>
        <pc:picChg chg="add mod">
          <ac:chgData name="Christine Frodeau" userId="8d493e08dc64f28f" providerId="LiveId" clId="{A18BB384-E160-4C80-8E54-06666BA00E4A}" dt="2019-09-04T10:12:14.453" v="146" actId="1582"/>
          <ac:picMkLst>
            <pc:docMk/>
            <pc:sldMk cId="2566770455" sldId="268"/>
            <ac:picMk id="4" creationId="{07B38293-8DE6-40C1-9A79-D11C15431DBF}"/>
          </ac:picMkLst>
        </pc:picChg>
        <pc:picChg chg="mod ord">
          <ac:chgData name="Christine Frodeau" userId="8d493e08dc64f28f" providerId="LiveId" clId="{A18BB384-E160-4C80-8E54-06666BA00E4A}" dt="2019-09-04T10:11:02.663" v="136" actId="1076"/>
          <ac:picMkLst>
            <pc:docMk/>
            <pc:sldMk cId="2566770455" sldId="268"/>
            <ac:picMk id="5" creationId="{00000000-0000-0000-0000-000000000000}"/>
          </ac:picMkLst>
        </pc:picChg>
        <pc:picChg chg="del">
          <ac:chgData name="Christine Frodeau" userId="8d493e08dc64f28f" providerId="LiveId" clId="{A18BB384-E160-4C80-8E54-06666BA00E4A}" dt="2019-09-04T10:09:10.567" v="91" actId="478"/>
          <ac:picMkLst>
            <pc:docMk/>
            <pc:sldMk cId="2566770455" sldId="268"/>
            <ac:picMk id="7" creationId="{434DA081-B460-4C89-8117-3BC09774FD1D}"/>
          </ac:picMkLst>
        </pc:picChg>
        <pc:picChg chg="add mod">
          <ac:chgData name="Christine Frodeau" userId="8d493e08dc64f28f" providerId="LiveId" clId="{A18BB384-E160-4C80-8E54-06666BA00E4A}" dt="2019-09-04T10:11:53.750" v="142" actId="1582"/>
          <ac:picMkLst>
            <pc:docMk/>
            <pc:sldMk cId="2566770455" sldId="268"/>
            <ac:picMk id="9" creationId="{D6C45668-4CF3-4856-8872-E40DE74B2FB0}"/>
          </ac:picMkLst>
        </pc:picChg>
        <pc:cxnChg chg="mod ord">
          <ac:chgData name="Christine Frodeau" userId="8d493e08dc64f28f" providerId="LiveId" clId="{A18BB384-E160-4C80-8E54-06666BA00E4A}" dt="2019-09-04T10:12:04.402" v="144" actId="14100"/>
          <ac:cxnSpMkLst>
            <pc:docMk/>
            <pc:sldMk cId="2566770455" sldId="268"/>
            <ac:cxnSpMk id="8" creationId="{00000000-0000-0000-0000-000000000000}"/>
          </ac:cxnSpMkLst>
        </pc:cxnChg>
        <pc:cxnChg chg="add mod">
          <ac:chgData name="Christine Frodeau" userId="8d493e08dc64f28f" providerId="LiveId" clId="{A18BB384-E160-4C80-8E54-06666BA00E4A}" dt="2019-09-04T10:12:36.721" v="151" actId="14100"/>
          <ac:cxnSpMkLst>
            <pc:docMk/>
            <pc:sldMk cId="2566770455" sldId="268"/>
            <ac:cxnSpMk id="12" creationId="{EA1F0BB5-5BBE-4395-B435-F5B8497BA0E8}"/>
          </ac:cxnSpMkLst>
        </pc:cxnChg>
      </pc:sldChg>
    </pc:docChg>
  </pc:docChgLst>
  <pc:docChgLst>
    <pc:chgData name="Christine Frodeau" userId="8d493e08dc64f28f" providerId="LiveId" clId="{DD4F81EE-9C2A-494F-8EED-E82E6BF48DF3}"/>
    <pc:docChg chg="custSel addSld delSld modSld">
      <pc:chgData name="Christine Frodeau" userId="8d493e08dc64f28f" providerId="LiveId" clId="{DD4F81EE-9C2A-494F-8EED-E82E6BF48DF3}" dt="2018-06-14T16:26:59.277" v="126" actId="1582"/>
      <pc:docMkLst>
        <pc:docMk/>
      </pc:docMkLst>
      <pc:sldChg chg="modSp">
        <pc:chgData name="Christine Frodeau" userId="8d493e08dc64f28f" providerId="LiveId" clId="{DD4F81EE-9C2A-494F-8EED-E82E6BF48DF3}" dt="2018-06-14T16:26:59.277" v="126" actId="1582"/>
        <pc:sldMkLst>
          <pc:docMk/>
          <pc:sldMk cId="0" sldId="256"/>
        </pc:sldMkLst>
        <pc:picChg chg="mod">
          <ac:chgData name="Christine Frodeau" userId="8d493e08dc64f28f" providerId="LiveId" clId="{DD4F81EE-9C2A-494F-8EED-E82E6BF48DF3}" dt="2018-06-14T16:26:59.277" v="126" actId="1582"/>
          <ac:picMkLst>
            <pc:docMk/>
            <pc:sldMk cId="0" sldId="256"/>
            <ac:picMk id="1026" creationId="{00000000-0000-0000-0000-000000000000}"/>
          </ac:picMkLst>
        </pc:picChg>
      </pc:sldChg>
      <pc:sldChg chg="del">
        <pc:chgData name="Christine Frodeau" userId="8d493e08dc64f28f" providerId="LiveId" clId="{DD4F81EE-9C2A-494F-8EED-E82E6BF48DF3}" dt="2018-06-14T16:23:43.704" v="103" actId="2696"/>
        <pc:sldMkLst>
          <pc:docMk/>
          <pc:sldMk cId="0" sldId="261"/>
        </pc:sldMkLst>
      </pc:sldChg>
      <pc:sldChg chg="del">
        <pc:chgData name="Christine Frodeau" userId="8d493e08dc64f28f" providerId="LiveId" clId="{DD4F81EE-9C2A-494F-8EED-E82E6BF48DF3}" dt="2018-06-14T16:26:32.029" v="125" actId="2696"/>
        <pc:sldMkLst>
          <pc:docMk/>
          <pc:sldMk cId="1680164574" sldId="263"/>
        </pc:sldMkLst>
      </pc:sldChg>
      <pc:sldChg chg="addSp delSp modSp add">
        <pc:chgData name="Christine Frodeau" userId="8d493e08dc64f28f" providerId="LiveId" clId="{DD4F81EE-9C2A-494F-8EED-E82E6BF48DF3}" dt="2018-06-14T16:23:28.987" v="102" actId="14100"/>
        <pc:sldMkLst>
          <pc:docMk/>
          <pc:sldMk cId="1309913297" sldId="266"/>
        </pc:sldMkLst>
        <pc:spChg chg="mod">
          <ac:chgData name="Christine Frodeau" userId="8d493e08dc64f28f" providerId="LiveId" clId="{DD4F81EE-9C2A-494F-8EED-E82E6BF48DF3}" dt="2018-06-14T16:21:38.277" v="74" actId="1076"/>
          <ac:spMkLst>
            <pc:docMk/>
            <pc:sldMk cId="1309913297" sldId="266"/>
            <ac:spMk id="2" creationId="{00000000-0000-0000-0000-000000000000}"/>
          </ac:spMkLst>
        </pc:spChg>
        <pc:spChg chg="mod">
          <ac:chgData name="Christine Frodeau" userId="8d493e08dc64f28f" providerId="LiveId" clId="{DD4F81EE-9C2A-494F-8EED-E82E6BF48DF3}" dt="2018-06-14T16:22:56.655" v="95" actId="6549"/>
          <ac:spMkLst>
            <pc:docMk/>
            <pc:sldMk cId="1309913297" sldId="266"/>
            <ac:spMk id="3" creationId="{00000000-0000-0000-0000-000000000000}"/>
          </ac:spMkLst>
        </pc:spChg>
        <pc:picChg chg="add mod">
          <ac:chgData name="Christine Frodeau" userId="8d493e08dc64f28f" providerId="LiveId" clId="{DD4F81EE-9C2A-494F-8EED-E82E6BF48DF3}" dt="2018-06-14T16:23:17.639" v="100" actId="14100"/>
          <ac:picMkLst>
            <pc:docMk/>
            <pc:sldMk cId="1309913297" sldId="266"/>
            <ac:picMk id="4" creationId="{1DA1BC24-7FF3-4262-866D-C7C1B4EB7974}"/>
          </ac:picMkLst>
        </pc:picChg>
        <pc:picChg chg="del mod">
          <ac:chgData name="Christine Frodeau" userId="8d493e08dc64f28f" providerId="LiveId" clId="{DD4F81EE-9C2A-494F-8EED-E82E6BF48DF3}" dt="2018-06-14T16:21:51.779" v="77" actId="478"/>
          <ac:picMkLst>
            <pc:docMk/>
            <pc:sldMk cId="1309913297" sldId="266"/>
            <ac:picMk id="8" creationId="{9B785702-9E9C-4C63-9B31-F511B3F0FE99}"/>
          </ac:picMkLst>
        </pc:picChg>
        <pc:picChg chg="add mod">
          <ac:chgData name="Christine Frodeau" userId="8d493e08dc64f28f" providerId="LiveId" clId="{DD4F81EE-9C2A-494F-8EED-E82E6BF48DF3}" dt="2018-06-14T16:23:19.919" v="101" actId="1076"/>
          <ac:picMkLst>
            <pc:docMk/>
            <pc:sldMk cId="1309913297" sldId="266"/>
            <ac:picMk id="9" creationId="{329C6A93-0995-4F5E-9676-04A0DC8315B2}"/>
          </ac:picMkLst>
        </pc:picChg>
        <pc:cxnChg chg="mod">
          <ac:chgData name="Christine Frodeau" userId="8d493e08dc64f28f" providerId="LiveId" clId="{DD4F81EE-9C2A-494F-8EED-E82E6BF48DF3}" dt="2018-06-14T16:23:28.987" v="102" actId="14100"/>
          <ac:cxnSpMkLst>
            <pc:docMk/>
            <pc:sldMk cId="1309913297" sldId="266"/>
            <ac:cxnSpMk id="5" creationId="{00000000-0000-0000-0000-000000000000}"/>
          </ac:cxnSpMkLst>
        </pc:cxnChg>
      </pc:sldChg>
      <pc:sldChg chg="addSp delSp modSp add">
        <pc:chgData name="Christine Frodeau" userId="8d493e08dc64f28f" providerId="LiveId" clId="{DD4F81EE-9C2A-494F-8EED-E82E6BF48DF3}" dt="2018-06-14T16:26:15.762" v="124" actId="14100"/>
        <pc:sldMkLst>
          <pc:docMk/>
          <pc:sldMk cId="788220626" sldId="267"/>
        </pc:sldMkLst>
        <pc:spChg chg="mod">
          <ac:chgData name="Christine Frodeau" userId="8d493e08dc64f28f" providerId="LiveId" clId="{DD4F81EE-9C2A-494F-8EED-E82E6BF48DF3}" dt="2018-06-14T16:25:50.590" v="117" actId="14100"/>
          <ac:spMkLst>
            <pc:docMk/>
            <pc:sldMk cId="788220626" sldId="267"/>
            <ac:spMk id="2" creationId="{00000000-0000-0000-0000-000000000000}"/>
          </ac:spMkLst>
        </pc:spChg>
        <pc:spChg chg="mod">
          <ac:chgData name="Christine Frodeau" userId="8d493e08dc64f28f" providerId="LiveId" clId="{DD4F81EE-9C2A-494F-8EED-E82E6BF48DF3}" dt="2018-06-14T16:25:52.745" v="118" actId="1076"/>
          <ac:spMkLst>
            <pc:docMk/>
            <pc:sldMk cId="788220626" sldId="267"/>
            <ac:spMk id="3" creationId="{00000000-0000-0000-0000-000000000000}"/>
          </ac:spMkLst>
        </pc:spChg>
        <pc:picChg chg="del">
          <ac:chgData name="Christine Frodeau" userId="8d493e08dc64f28f" providerId="LiveId" clId="{DD4F81EE-9C2A-494F-8EED-E82E6BF48DF3}" dt="2018-06-14T16:25:34.067" v="115" actId="478"/>
          <ac:picMkLst>
            <pc:docMk/>
            <pc:sldMk cId="788220626" sldId="267"/>
            <ac:picMk id="4" creationId="{00000000-0000-0000-0000-000000000000}"/>
          </ac:picMkLst>
        </pc:picChg>
        <pc:picChg chg="add mod">
          <ac:chgData name="Christine Frodeau" userId="8d493e08dc64f28f" providerId="LiveId" clId="{DD4F81EE-9C2A-494F-8EED-E82E6BF48DF3}" dt="2018-06-14T16:26:04.591" v="123" actId="14100"/>
          <ac:picMkLst>
            <pc:docMk/>
            <pc:sldMk cId="788220626" sldId="267"/>
            <ac:picMk id="7" creationId="{434DA081-B460-4C89-8117-3BC09774FD1D}"/>
          </ac:picMkLst>
        </pc:picChg>
        <pc:cxnChg chg="mod">
          <ac:chgData name="Christine Frodeau" userId="8d493e08dc64f28f" providerId="LiveId" clId="{DD4F81EE-9C2A-494F-8EED-E82E6BF48DF3}" dt="2018-06-14T16:26:15.762" v="124" actId="14100"/>
          <ac:cxnSpMkLst>
            <pc:docMk/>
            <pc:sldMk cId="788220626" sldId="267"/>
            <ac:cxnSpMk id="8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E0A43-14AD-4AA6-ADE0-C96C529B20D5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125DD-DECD-43F9-B3DA-C8064B513B3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La veille informationnelle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579296" cy="495801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FR" sz="23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Choisir un thème de veille</a:t>
            </a:r>
          </a:p>
          <a:p>
            <a:pPr>
              <a:spcBef>
                <a:spcPts val="0"/>
              </a:spcBef>
            </a:pPr>
            <a:r>
              <a:rPr lang="fr-FR" sz="23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Présenter ce thème </a:t>
            </a:r>
          </a:p>
          <a:p>
            <a:pPr>
              <a:spcBef>
                <a:spcPts val="0"/>
              </a:spcBef>
            </a:pPr>
            <a:r>
              <a:rPr lang="fr-FR" sz="23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Créer sur L’ENT un mur collaboratif et partager le à l’ensemble des étudiants de BTS2</a:t>
            </a:r>
          </a:p>
          <a:p>
            <a:pPr>
              <a:spcBef>
                <a:spcPts val="0"/>
              </a:spcBef>
            </a:pPr>
            <a:r>
              <a:rPr lang="fr-FR" sz="23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Créer une note sur votre mur pour présenter votre thème de veille</a:t>
            </a:r>
          </a:p>
          <a:p>
            <a:pPr>
              <a:spcBef>
                <a:spcPts val="0"/>
              </a:spcBef>
            </a:pPr>
            <a:r>
              <a:rPr lang="fr-FR" sz="23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Mettre en place un dispositif de veille mettant en œuvre la méthode push et pull :</a:t>
            </a:r>
          </a:p>
          <a:p>
            <a:pPr lvl="1">
              <a:spcBef>
                <a:spcPts val="0"/>
              </a:spcBef>
            </a:pPr>
            <a:r>
              <a:rPr lang="fr-FR" sz="2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trouver des sources d’informations fiables, pertinentes, actuelles et disponibles sur votre thème.</a:t>
            </a:r>
          </a:p>
          <a:p>
            <a:pPr lvl="1">
              <a:spcBef>
                <a:spcPts val="0"/>
              </a:spcBef>
            </a:pPr>
            <a:r>
              <a:rPr lang="fr-FR" sz="2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Choisir un ou des outil(s) afin de collecter des informations et le mettre en œuvre. (Abonnez-vous à des flux RSS, utilisez un agrégateur de flux RSS : Netvibes, Feedly, utilisez des moteurs d'actualités : Google actualités, Wikio…)</a:t>
            </a:r>
          </a:p>
          <a:p>
            <a:pPr marL="342900" lvl="1" indent="-342900">
              <a:spcBef>
                <a:spcPts val="0"/>
              </a:spcBef>
              <a:buFont typeface="Arial" pitchFamily="34" charset="0"/>
              <a:buChar char="•"/>
            </a:pPr>
            <a:r>
              <a:rPr lang="fr-FR" sz="23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Créer une note sur votre mur pour présenter le dispositif de veille que vous avez mis en place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La veille informationnelle (suite)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68760"/>
            <a:ext cx="8579296" cy="4403607"/>
          </a:xfrm>
        </p:spPr>
        <p:txBody>
          <a:bodyPr>
            <a:noAutofit/>
          </a:bodyPr>
          <a:lstStyle/>
          <a:p>
            <a:pPr marL="342900" lvl="1" indent="-342900">
              <a:spcBef>
                <a:spcPts val="0"/>
              </a:spcBef>
              <a:buFont typeface="Arial" pitchFamily="34" charset="0"/>
              <a:buChar char="•"/>
            </a:pPr>
            <a:r>
              <a:rPr lang="fr-FR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Consulter les informations reçues cette semaine grâce à l’outil de veille que vous avez mis en place.</a:t>
            </a:r>
          </a:p>
          <a:p>
            <a:pPr marL="342900" lvl="1" indent="-342900">
              <a:spcBef>
                <a:spcPts val="0"/>
              </a:spcBef>
              <a:buFont typeface="Arial" pitchFamily="34" charset="0"/>
              <a:buChar char="•"/>
            </a:pPr>
            <a:r>
              <a:rPr lang="fr-FR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Consulter une ou deux des sources d’informations (URL) que vous avez sélectionnée.</a:t>
            </a:r>
          </a:p>
          <a:p>
            <a:pPr marL="342900" lvl="1" indent="-342900">
              <a:spcBef>
                <a:spcPts val="0"/>
              </a:spcBef>
              <a:buFont typeface="Arial" pitchFamily="34" charset="0"/>
              <a:buChar char="•"/>
            </a:pPr>
            <a:r>
              <a:rPr lang="fr-FR" sz="320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Rédiger une </a:t>
            </a:r>
            <a:r>
              <a:rPr lang="fr-FR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note préalablement créée sur votre mur collaboratif pour présenter 2 ou trois actualités à la date d’aujourd’hui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Thèmes de veille choisis par les SLAM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Titouan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Piratage des robots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Grégory : Véhicules autonomes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Lucas : Puces cérébrales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Alexis : machine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learning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et santé</a:t>
            </a:r>
          </a:p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Briaan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Cybersécurité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des applications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Matéo : sécurité et jeux en ligne et en réseau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Ahmed : robotique</a:t>
            </a:r>
          </a:p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Jathurshan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deep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fakes</a:t>
            </a:r>
            <a:endParaRPr lang="fr-FR" sz="28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Arnaud :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Cloudfare</a:t>
            </a:r>
            <a:endParaRPr lang="fr-FR" sz="28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Abdoullah : Risques de l’IA</a:t>
            </a:r>
          </a:p>
          <a:p>
            <a:pPr>
              <a:spcBef>
                <a:spcPts val="0"/>
              </a:spcBef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Thèmes de veille choisis par les SISR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Julien : IA et emploi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Ali : Intrusion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Yannis :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Blockchain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et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cryptomonnaie</a:t>
            </a:r>
            <a:endParaRPr lang="fr-FR" sz="28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Wissal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Maintenance et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cybersécurité</a:t>
            </a:r>
            <a:endParaRPr lang="fr-FR" sz="28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Andrew : Périphériques entrée/sortie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Théo : Objets connectés</a:t>
            </a:r>
          </a:p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Adame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Phishing</a:t>
            </a:r>
            <a:endParaRPr lang="fr-FR" sz="28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Adem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Réalité augmentée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Adam : équilibre vie privée/vie professionnelle </a:t>
            </a:r>
          </a:p>
          <a:p>
            <a:pPr>
              <a:spcBef>
                <a:spcPts val="0"/>
              </a:spcBef>
            </a:pP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Rémy : Robot et emploi</a:t>
            </a:r>
          </a:p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Danial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Santé et informatique à l’hôpital</a:t>
            </a:r>
          </a:p>
          <a:p>
            <a:pPr>
              <a:spcBef>
                <a:spcPts val="0"/>
              </a:spcBef>
            </a:pP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Ihab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: IA et </a:t>
            </a:r>
            <a:r>
              <a:rPr lang="fr-FR" sz="2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cybersécurité</a:t>
            </a:r>
            <a:endParaRPr lang="fr-FR" sz="28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276</Words>
  <Application>Microsoft Office PowerPoint</Application>
  <PresentationFormat>Affichage à l'écran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La veille informationnelle</vt:lpstr>
      <vt:lpstr>La veille informationnelle (suite)</vt:lpstr>
      <vt:lpstr>Thèmes de veille choisis par les SLAM</vt:lpstr>
      <vt:lpstr>Thèmes de veille choisis par les SISR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BTS SIO 2ème année</dc:title>
  <dc:creator>Christine</dc:creator>
  <cp:lastModifiedBy>cfro</cp:lastModifiedBy>
  <cp:revision>63</cp:revision>
  <dcterms:created xsi:type="dcterms:W3CDTF">2015-06-17T08:55:16Z</dcterms:created>
  <dcterms:modified xsi:type="dcterms:W3CDTF">2023-09-29T07:10:23Z</dcterms:modified>
</cp:coreProperties>
</file>